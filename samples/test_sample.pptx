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F253-5041-B3F5-1618-3176D96E4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F01D1-73BE-A72D-5C31-2F99CAEBA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8A9DA-9135-E4A3-9488-4C43552C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16E79-F05F-012A-F3C9-4743EF1C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9E23F-CF5A-2075-8B43-28466419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7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D166-73CB-04F5-1DE3-F84E04DA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8F8D-9A39-DBD1-DAA1-E41D75D77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299CC-8533-C9CA-8447-3D74C662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6CD9A-B182-B318-063E-45F9783D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52E54-C16F-526F-882D-9D0BE68F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5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A640-A7D5-41EA-8CBB-DD070A10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114E2-AEC7-DD10-40B9-33F00E8D2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D302E-25B1-C377-1372-E284CD46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718F3-ED00-6AF6-D18E-88B2828D5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5A0FD-37FA-1909-AA28-8491312A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0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25CE-1427-6B52-F843-F9ADCC6E3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247B6-976C-5E93-408E-767A52E19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F214A-5880-78CD-4BAE-5014992F1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AB6E2-F894-8665-4AEB-B8489339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A60EA-F3CD-AFFE-DF24-70A2672A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22CA4-88CB-1D82-5823-D09060F2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0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887C-9AD7-F3DC-5991-3A51FD4D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F9E0B-A2D6-7874-0DC6-6D5531037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0BD04-ADDC-4690-B7DE-177A38CB8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9A615-672D-D904-A7CF-46598EE8B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40147-C3F8-161D-2034-E75AF73A2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CCA6D-7A0F-8DC0-3C45-B04A6762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B317A-F68A-3D69-DBD7-64FE95FC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16C2B-C8F4-0B1F-06CD-979F54B0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7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6724-C0CE-A5F0-FCDF-BBD042FA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7EBF5-6985-A273-0B8A-FD78AA82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1FC8A-205E-2E09-01E1-23ECCB0C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8A24E-3A8C-D4E5-A752-F2127714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5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351EF-4C9D-0428-565A-9E827B4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54915-4989-CDA8-4BEB-B4621680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4886B-E30F-1CA4-6C11-00548CDC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4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DD29-BA4F-9898-3EF4-B2E333C8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054E1-0C9F-3CF9-F5D7-44963E0DE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F9BFB-E482-BE8E-5D47-79DD7197D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8AA72-524C-4CD0-EA02-BA629A26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F3ACE-250A-C541-FE0A-B3BDAC5B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75CCB-E63B-4813-7F1A-FBC3BD58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5F03-F876-0762-70C1-5BF16C83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7CB6C-03E2-7656-8B27-0A696FF6009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B634F-28B0-7267-C50B-8317DA912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3D3FB-6825-BED8-4180-676A6018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4CDB7-09F3-97B6-2F0B-3291E0DD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02247-2846-0E05-5401-BAB57A8D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1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81DE-5AF9-6050-19FC-CE6F2178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3CBC8-080F-71EC-D910-F5392A0EA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4B475-5F89-B624-63A7-C443C52A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30522-45FC-E756-AC9F-841B5D93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A5E5E-2E42-FD12-9BB1-59C2CEEB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6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42B4FD-1A44-61D2-6669-770A8EE17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0A0D7-89AC-DB52-BD27-7C0629E62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67B31-1C4A-824E-7BF9-E25528D6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95F2-BFA3-2C73-479F-7B42B2B5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57AF8-1E8F-8F1E-C973-FB85C902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5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BADCD-BB06-9FDC-9E3D-564CE57BC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A67CF-B1C0-22C2-18CB-A3171E44E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6EC7D-A897-5C26-6E0C-6A467A674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B4C46-AEA3-4129-955E-C0ED99E125B4}" type="datetimeFigureOut">
              <a:rPr lang="en-US" smtClean="0"/>
              <a:t>12/10/2026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49E87-C265-CCB6-3759-0A4418513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E16BC-BC8B-7145-2CA1-8F18F7C80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B7820-9A9F-4409-95DD-9AC07868A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52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53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rasheedh ahamad</dc:creator>
  <cp:lastModifiedBy>rasheedh ahamad</cp:lastModifiedBy>
  <cp:revision>1</cp:revision>
  <dcterms:created xsi:type="dcterms:W3CDTF">2026-10-12T03:27:02Z</dcterms:created>
  <dcterms:modified xsi:type="dcterms:W3CDTF">2026-10-12T03:27:02Z</dcterms:modified>
</cp:coreProperties>
</file>